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GPT-4</c:v>
                </c:pt>
              </c:strCache>
            </c:strRef>
          </c:tx>
          <c:spPr>
            <a:solidFill>
              <a:srgbClr val="10A37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Speed</c:v>
                </c:pt>
                <c:pt idx="2">
                  <c:v>Coding</c:v>
                </c:pt>
                <c:pt idx="3">
                  <c:v>Safety</c:v>
                </c:pt>
                <c:pt idx="4">
                  <c:v>Cost Value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</c:v>
                </c:pt>
                <c:pt idx="1">
                  <c:v>70</c:v>
                </c:pt>
                <c:pt idx="2">
                  <c:v>95</c:v>
                </c:pt>
                <c:pt idx="3">
                  <c:v>75</c:v>
                </c:pt>
                <c:pt idx="4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91-4535-858B-8FDA899C03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Gemini</c:v>
                </c:pt>
              </c:strCache>
            </c:strRef>
          </c:tx>
          <c:spPr>
            <a:solidFill>
              <a:srgbClr val="4285F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Speed</c:v>
                </c:pt>
                <c:pt idx="2">
                  <c:v>Coding</c:v>
                </c:pt>
                <c:pt idx="3">
                  <c:v>Safety</c:v>
                </c:pt>
                <c:pt idx="4">
                  <c:v>Cost Value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85</c:v>
                </c:pt>
                <c:pt idx="1">
                  <c:v>90</c:v>
                </c:pt>
                <c:pt idx="2">
                  <c:v>80</c:v>
                </c:pt>
                <c:pt idx="3">
                  <c:v>75</c:v>
                </c:pt>
                <c:pt idx="4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91-4535-858B-8FDA899C036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785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Accuracy</c:v>
                </c:pt>
                <c:pt idx="1">
                  <c:v>Speed</c:v>
                </c:pt>
                <c:pt idx="2">
                  <c:v>Coding</c:v>
                </c:pt>
                <c:pt idx="3">
                  <c:v>Safety</c:v>
                </c:pt>
                <c:pt idx="4">
                  <c:v>Cost Value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92</c:v>
                </c:pt>
                <c:pt idx="1">
                  <c:v>72</c:v>
                </c:pt>
                <c:pt idx="2">
                  <c:v>88</c:v>
                </c:pt>
                <c:pt idx="3">
                  <c:v>95</c:v>
                </c:pt>
                <c:pt idx="4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991-4535-858B-8FDA899C03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PK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PK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PK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348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45920"/>
          </a:xfrm>
          <a:prstGeom prst="rect">
            <a:avLst/>
          </a:prstGeom>
          <a:solidFill>
            <a:srgbClr val="0891B2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Comparison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 ·  Gemini  ·  Claude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side-by-side evaluation of leading large language models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accuracy, speed, cost, and use cases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43891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Huzaifa Arshad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365760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73152"/>
          </a:xfrm>
          <a:prstGeom prst="rect">
            <a:avLst/>
          </a:prstGeom>
          <a:solidFill>
            <a:srgbClr val="10A37F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51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A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OpenAI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874520"/>
            <a:ext cx="2468880" cy="182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01168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OpenAI's flagship model, highly capable in reasoning, coding, and creative tasks. Available via ChatGPT Plus and API.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42519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Launched: 2023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914400"/>
            <a:ext cx="2743200" cy="365760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914400"/>
            <a:ext cx="2743200" cy="7315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051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37560" y="14813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Google DeepMind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1874520"/>
            <a:ext cx="2468880" cy="182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201168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multimodal AI, natively handling text, images, audio, and video. Integrated into Google Workspace.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42519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Launched: 2023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914400"/>
            <a:ext cx="2743200" cy="3657600"/>
          </a:xfrm>
          <a:prstGeom prst="rect">
            <a:avLst/>
          </a:prstGeom>
          <a:solidFill>
            <a:srgbClr val="F8FAFC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914400"/>
            <a:ext cx="2743200" cy="73152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051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63640" y="14813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Anthropic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1874520"/>
            <a:ext cx="2468880" cy="1829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201168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Anthropic's safety-focused model, known for long context, nuanced reasoning, and careful responses.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42519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Launched: 2023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41148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A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78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 Very 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 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 Very 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Window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128K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200K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(API)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~$10/1M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~$7/1M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~$8/1M 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+ Images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Text, Image, Audio, Video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+ Images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Good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Focus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AI tasks, coding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integration, media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docs, safety-critical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Ratings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822960"/>
          <a:ext cx="82296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 Cases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4114800"/>
          </a:xfrm>
          <a:prstGeom prst="rect">
            <a:avLst/>
          </a:prstGeom>
          <a:solidFill>
            <a:srgbClr val="F0FFF9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457200"/>
          </a:xfrm>
          <a:prstGeom prst="rect">
            <a:avLst/>
          </a:prstGeom>
          <a:solidFill>
            <a:srgbClr val="10A37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22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468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reasoning &amp; analysis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 &amp; debugging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writing &amp; storytelling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bots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summarization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743200" cy="4114800"/>
          </a:xfrm>
          <a:prstGeom prst="rect">
            <a:avLst/>
          </a:prstGeom>
          <a:solidFill>
            <a:srgbClr val="EFF6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22960"/>
            <a:ext cx="2743200" cy="45720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822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37560" y="1417320"/>
            <a:ext cx="2468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 automation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tasks (image + text)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information retrieval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tools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&amp; audio analysis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2743200" cy="4114800"/>
          </a:xfrm>
          <a:prstGeom prst="rect">
            <a:avLst/>
          </a:prstGeom>
          <a:solidFill>
            <a:srgbClr val="FFF7F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822960"/>
            <a:ext cx="2743200" cy="45720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822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3640" y="1417320"/>
            <a:ext cx="2468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document analysis (200K ctx)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 content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Medical/safety-critical text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Nuanced instruction following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support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80467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143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GPT-4: 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1143000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accuracy and strongest coding performance — ideal for complex technical tasks.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8412480" cy="80467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57400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2103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Gemini: 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2103120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and most capable multimodal model — best integrated into Google ecosystems.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8412480" cy="80467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17520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3063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03120" y="3063240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safety rating and longest context — best for sensitive, document-heavy tasks.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977640"/>
            <a:ext cx="8412480" cy="80467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977640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4023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03120" y="4023360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model wins all dimensions. Choose based on your specific use case and budget.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</Words>
  <Application>Microsoft Office PowerPoint</Application>
  <PresentationFormat>On-screen Show (16:9)</PresentationFormat>
  <Paragraphs>94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Comparison: GPT-4 vs Gemini vs Claude</dc:title>
  <dc:subject>PptxGenJS Presentation</dc:subject>
  <dc:creator>PptxGenJS</dc:creator>
  <cp:lastModifiedBy>Arshad Huzaifa</cp:lastModifiedBy>
  <cp:revision>2</cp:revision>
  <dcterms:created xsi:type="dcterms:W3CDTF">2026-05-03T08:39:07Z</dcterms:created>
  <dcterms:modified xsi:type="dcterms:W3CDTF">2026-05-03T09:27:07Z</dcterms:modified>
</cp:coreProperties>
</file>